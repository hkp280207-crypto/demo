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0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19F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2065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280160" y="2926080"/>
            <a:ext cx="3474720" cy="347472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9520" y="-731520"/>
            <a:ext cx="2743200" cy="2743200"/>
          </a:xfrm>
          <a:prstGeom prst="ellipse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89120" y="4114800"/>
            <a:ext cx="1280160" cy="128016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023360" y="914400"/>
            <a:ext cx="1097280" cy="1097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023360" y="9144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NH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914400" y="19202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81920" y="2131524"/>
            <a:ext cx="7680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60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NexusHire</a:t>
            </a:r>
            <a:endParaRPr lang="en-US" sz="6600" dirty="0"/>
          </a:p>
        </p:txBody>
      </p:sp>
      <p:sp>
        <p:nvSpPr>
          <p:cNvPr id="10" name="Text 8"/>
          <p:cNvSpPr/>
          <p:nvPr/>
        </p:nvSpPr>
        <p:spPr>
          <a:xfrm>
            <a:off x="1097280" y="361188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800" b="1" kern="0" spc="3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Portal Website</a:t>
            </a:r>
            <a:endParaRPr lang="en-US" sz="2800" dirty="0"/>
          </a:p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pic>
        <p:nvPicPr>
          <p:cNvPr id="12" name="object 16">
            <a:extLst>
              <a:ext uri="{FF2B5EF4-FFF2-40B4-BE49-F238E27FC236}">
                <a16:creationId xmlns:a16="http://schemas.microsoft.com/office/drawing/2014/main" id="{F868A084-4D66-9F3A-2797-944B5D55ACE0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62114" y="125865"/>
            <a:ext cx="2454812" cy="61897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E0F2FE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Presented By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12344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84048" y="1691640"/>
            <a:ext cx="2468880" cy="3063240"/>
          </a:xfrm>
          <a:prstGeom prst="rect">
            <a:avLst/>
          </a:prstGeom>
          <a:solidFill>
            <a:srgbClr val="FFFFFF"/>
          </a:solidFill>
          <a:ln w="19050">
            <a:solidFill>
              <a:srgbClr val="BFDBFE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1691640"/>
            <a:ext cx="2468880" cy="9144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07008" y="1874520"/>
            <a:ext cx="822960" cy="8229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07008" y="18745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</a:rPr>
              <a:t>H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93776" y="2834640"/>
            <a:ext cx="224942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PATEL HARSHKUMAR KANAIYALAL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3776" y="3430407"/>
            <a:ext cx="22494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24002171710023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" y="3584448"/>
            <a:ext cx="22494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86968" y="397764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392424" y="1691640"/>
            <a:ext cx="2468880" cy="3063240"/>
          </a:xfrm>
          <a:prstGeom prst="rect">
            <a:avLst/>
          </a:prstGeom>
          <a:solidFill>
            <a:srgbClr val="FFFFFF"/>
          </a:solidFill>
          <a:ln w="19050">
            <a:solidFill>
              <a:srgbClr val="BFDBFE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92424" y="1691640"/>
            <a:ext cx="2468880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15384" y="1874520"/>
            <a:ext cx="822960" cy="8229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15384" y="18745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</a:rPr>
              <a:t>A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502152" y="2834640"/>
            <a:ext cx="224942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SHAH ANSH SHASHINBHAI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502152" y="3423373"/>
            <a:ext cx="22494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25002170420012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502152" y="3584448"/>
            <a:ext cx="22494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895344" y="397764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Designer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00800" y="1691640"/>
            <a:ext cx="2468880" cy="3063240"/>
          </a:xfrm>
          <a:prstGeom prst="rect">
            <a:avLst/>
          </a:prstGeom>
          <a:solidFill>
            <a:srgbClr val="FFFFFF"/>
          </a:solidFill>
          <a:ln w="19050">
            <a:solidFill>
              <a:srgbClr val="BFDBFE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24" name="Shape 22"/>
          <p:cNvSpPr/>
          <p:nvPr/>
        </p:nvSpPr>
        <p:spPr>
          <a:xfrm>
            <a:off x="6400800" y="1691640"/>
            <a:ext cx="2468880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0" y="1874520"/>
            <a:ext cx="822960" cy="8229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23760" y="18745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</a:rPr>
              <a:t>P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510528" y="2834640"/>
            <a:ext cx="224942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</a:rPr>
              <a:t>GEDIYA POOJAN HARESHBHAI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528816" y="3430407"/>
            <a:ext cx="22494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24002170210025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510528" y="3584448"/>
            <a:ext cx="22494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903720" y="397764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12" name="object 16">
            <a:extLst>
              <a:ext uri="{FF2B5EF4-FFF2-40B4-BE49-F238E27FC236}">
                <a16:creationId xmlns:a16="http://schemas.microsoft.com/office/drawing/2014/main" id="{0C43ACDB-A319-D951-0585-4B3C376D89D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60588" y="143491"/>
            <a:ext cx="2454812" cy="61897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E0F2FE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5029200" cy="365760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2588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 We Solved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755648"/>
            <a:ext cx="46634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of job seekers in India struggle to discover relevant opportunities, while employers find it difficult to attract the right talent quickly.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NexusHire was built to bridge this gap — providing a single, intuitive web platform where job seekers can discover, filter, and apply for positions, and employers can post openings with full details.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server. No database. No backend. Pure front-end engineering.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23560" y="1234440"/>
            <a:ext cx="32004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23560" y="1234440"/>
            <a:ext cx="91440" cy="7863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06440" y="127101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806440" y="158191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Single-Page Application (SPA)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623560" y="2148840"/>
            <a:ext cx="3200400" cy="786384"/>
          </a:xfrm>
          <a:prstGeom prst="rect">
            <a:avLst/>
          </a:prstGeom>
          <a:solidFill>
            <a:srgbClr val="F8FAFC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23560" y="2148840"/>
            <a:ext cx="91440" cy="7863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06440" y="218541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806440" y="249631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· CSS3 · </a:t>
            </a:r>
            <a:r>
              <a:rPr lang="en-US" sz="1300" b="1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</a:t>
            </a: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-JavaScript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623560" y="3063240"/>
            <a:ext cx="32004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23560" y="3063240"/>
            <a:ext cx="91440" cy="7863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06440" y="309981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806440" y="341071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localStorage (no backend)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623560" y="3977640"/>
            <a:ext cx="3200400" cy="786384"/>
          </a:xfrm>
          <a:prstGeom prst="rect">
            <a:avLst/>
          </a:prstGeom>
          <a:solidFill>
            <a:srgbClr val="F8FAFC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23560" y="3977640"/>
            <a:ext cx="91440" cy="7863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06440" y="401421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806440" y="432511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Students, Freshers &amp; Recruiters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24" name="object 16">
            <a:extLst>
              <a:ext uri="{FF2B5EF4-FFF2-40B4-BE49-F238E27FC236}">
                <a16:creationId xmlns:a16="http://schemas.microsoft.com/office/drawing/2014/main" id="{24025CE8-7E68-4F72-2137-0B4A857308A4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60588" y="157383"/>
            <a:ext cx="2454812" cy="61897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034"/>
            <a:ext cx="9144000" cy="109728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-531055" y="53634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Features at a Glance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92608" y="1234440"/>
            <a:ext cx="4096512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92608" y="1234440"/>
            <a:ext cx="4096512" cy="8229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4173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42416" y="132588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Advanced Job Filtering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42416" y="16916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salary range, job mode (Remote/Hybrid/Onsite), level, schedule, and category — all in real-time without page reload.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81728" y="1234440"/>
            <a:ext cx="4096512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81728" y="1234440"/>
            <a:ext cx="4096512" cy="8229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4173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🖊️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431536" y="132588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One-Click Application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31536" y="16916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Logged-in users apply instantly; button state updates live to 'Applied ✓' and persists until session ends.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92608" y="2496312"/>
            <a:ext cx="4096512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92608" y="2496312"/>
            <a:ext cx="4096512" cy="8229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67919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🛡️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042416" y="258775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Secure Auth System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42416" y="2953512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Dual-mode modal with Login &amp; Signup flows, real-time field validation, and password strength scoring.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81728" y="2496312"/>
            <a:ext cx="4096512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81728" y="2496312"/>
            <a:ext cx="4096512" cy="8229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267919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431536" y="258775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Personal Dashboard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31536" y="2953512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profile completion percentage with an animated progress bar and displays application activity at a glance.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92608" y="3758184"/>
            <a:ext cx="4096512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92608" y="3758184"/>
            <a:ext cx="4096512" cy="8229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394106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🖼️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042416" y="3849624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Dynamic Profile Card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42416" y="4215384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upload a photo that previews instantly; initials avatar is shown as fallback when no image is set.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681728" y="3758184"/>
            <a:ext cx="4096512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81728" y="3758184"/>
            <a:ext cx="4096512" cy="8229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394106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5431536" y="3849624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My Applications Tracker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31536" y="4215384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view lists every job the user has applied for with company name, role badge, salary, and status pills.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pic>
        <p:nvPicPr>
          <p:cNvPr id="35" name="object 16">
            <a:extLst>
              <a:ext uri="{FF2B5EF4-FFF2-40B4-BE49-F238E27FC236}">
                <a16:creationId xmlns:a16="http://schemas.microsoft.com/office/drawing/2014/main" id="{FE57F980-C6AD-D020-AD34-065895F4CA68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71139" y="157911"/>
            <a:ext cx="2454812" cy="61897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9144"/>
            <a:ext cx="9144000" cy="109728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38686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Uses NexusHire?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60520" y="2377440"/>
            <a:ext cx="822960" cy="822960"/>
          </a:xfrm>
          <a:prstGeom prst="ellipse">
            <a:avLst/>
          </a:prstGeom>
          <a:solidFill>
            <a:srgbClr val="E0F2FE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60520" y="23774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VS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4096512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BFDBFE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34440"/>
            <a:ext cx="4096512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53312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🎓  Job Seeker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21208" y="19202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Register &amp; build a personal profile with photo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21208" y="2414016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Search across 30+ live job listings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21208" y="290779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Filter by salary, mode, level &amp; category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21208" y="340156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View complete job detail in a modal popup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21208" y="3895344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Apply with one click; track status in My Jobs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1208" y="43891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Password strength checker on registration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46320" y="1234440"/>
            <a:ext cx="4096512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BFDBFE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46320" y="1234440"/>
            <a:ext cx="4096512" cy="91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0" y="1353312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🏢  Employer / Recruiter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047488" y="19202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Post jobs with title, description, &amp; salary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47488" y="2414016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Tag required skills and experience level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47488" y="290779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Specify job mode: Remote, Hybrid, or Onsite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47488" y="340156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Choose Full-Time or Part-Time schedule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47488" y="3895344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Applications are collected and viewable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47488" y="43891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Role badges auto-displayed on each listing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pic>
        <p:nvPicPr>
          <p:cNvPr id="25" name="object 16">
            <a:extLst>
              <a:ext uri="{FF2B5EF4-FFF2-40B4-BE49-F238E27FC236}">
                <a16:creationId xmlns:a16="http://schemas.microsoft.com/office/drawing/2014/main" id="{21B54191-D738-AB87-FBB6-27A3CF11F688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88020" y="149118"/>
            <a:ext cx="2454812" cy="61897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6178"/>
            <a:ext cx="9144000" cy="1097280"/>
          </a:xfrm>
          <a:prstGeom prst="rect">
            <a:avLst/>
          </a:prstGeom>
          <a:solidFill>
            <a:srgbClr val="E0F2FE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143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Authentication System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274320" y="1234440"/>
            <a:ext cx="1417320" cy="530352"/>
          </a:xfrm>
          <a:prstGeom prst="rect">
            <a:avLst/>
          </a:prstGeom>
          <a:solidFill>
            <a:srgbClr val="119F2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34440"/>
            <a:ext cx="1417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Modal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691640" y="1417320"/>
            <a:ext cx="301752" cy="128016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93392" y="1234440"/>
            <a:ext cx="1417320" cy="5303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93392" y="1234440"/>
            <a:ext cx="1417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Fields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10712" y="1417320"/>
            <a:ext cx="301752" cy="128016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12464" y="1234440"/>
            <a:ext cx="1417320" cy="5303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12464" y="1234440"/>
            <a:ext cx="1417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Validate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129784" y="1417320"/>
            <a:ext cx="301752" cy="128016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31536" y="1234440"/>
            <a:ext cx="1417320" cy="5303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31536" y="1234440"/>
            <a:ext cx="1417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48856" y="1417320"/>
            <a:ext cx="301752" cy="128016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50608" y="1234440"/>
            <a:ext cx="1417320" cy="530352"/>
          </a:xfrm>
          <a:prstGeom prst="rect">
            <a:avLst/>
          </a:prstGeom>
          <a:solidFill>
            <a:srgbClr val="119F22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50608" y="1234440"/>
            <a:ext cx="1417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→ Redirect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1920240"/>
            <a:ext cx="4114800" cy="2926080"/>
          </a:xfrm>
          <a:prstGeom prst="rect">
            <a:avLst/>
          </a:prstGeom>
          <a:solidFill>
            <a:srgbClr val="F8FAFC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1920240"/>
            <a:ext cx="4114800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201168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Login Validation Rules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2487168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Email: must match RFC format (name@domain.tld)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2962656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Password: 5-criteria checklist evaluated on every keystroke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3438144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Strength bar: Weak (red) → Medium (amber) → Strong (green)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3913632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On submit: checks localStorage for matching credentials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4389120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Wrong credentials → inline error, no page reload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54880" y="1920240"/>
            <a:ext cx="4114800" cy="2926080"/>
          </a:xfrm>
          <a:prstGeom prst="rect">
            <a:avLst/>
          </a:prstGeom>
          <a:solidFill>
            <a:srgbClr val="F8FAFC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1920240"/>
            <a:ext cx="4114800" cy="9144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201168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 Up Validation Rules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937760" y="2487168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Name: letters only, minimum 2 characters, live check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937760" y="2962656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Email: format + uniqueness against existing users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37760" y="3438144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Password: uppercase, lowercase, digit, symbol, length ≥ 8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37760" y="3913632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Confirm password: re-evaluated whenever either field changes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937760" y="4389120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All checks passed → user object saved to localStorage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35" name="object 16">
            <a:extLst>
              <a:ext uri="{FF2B5EF4-FFF2-40B4-BE49-F238E27FC236}">
                <a16:creationId xmlns:a16="http://schemas.microsoft.com/office/drawing/2014/main" id="{265F8755-B4A8-6E48-C3B9-E719AB786646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31862" y="135578"/>
            <a:ext cx="2454812" cy="61897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4771"/>
            <a:ext cx="9144000" cy="109728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-738554" y="82296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Job Search &amp; Multi-Filter Engine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41148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32588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🔧 Filter Dimensions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82880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Pills: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938528" y="18288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· Backend · Government · Healthcare · Finance · Management · Agriculture · Education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33172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Type: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938528" y="23317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· Hourly · Contract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283464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Mode: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938528" y="28346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· Hybrid · Onsite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333756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Level: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938528" y="33375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Junior · Mid · Senior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384048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Schedule: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938528" y="38404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Full-Time · Part-Time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434340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Slider: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938528" y="43434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 to ₹1,20,000 per month (range input)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1234440"/>
            <a:ext cx="4160520" cy="36576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1325880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⚙️ How It Works Internally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846320" y="1874520"/>
            <a:ext cx="182880" cy="1828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38928" y="182880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job is stored as a JS object in MASTER_JOB_LIST array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46320" y="2368296"/>
            <a:ext cx="182880" cy="1828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38928" y="2322576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filter change triggers renderJobGrid() instantly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46320" y="2862072"/>
            <a:ext cx="182880" cy="1828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38928" y="2816352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Array.filter() chains all active conditions simultaneously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46320" y="3355848"/>
            <a:ext cx="182880" cy="1828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38928" y="3310128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count badge updates with matched job count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46320" y="3849624"/>
            <a:ext cx="182880" cy="1828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38928" y="3803904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filter chips display with a one-click clear button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46320" y="4343400"/>
            <a:ext cx="182880" cy="1828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38928" y="429768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options: Default · Salary High-to-Low · Newest First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pic>
        <p:nvPicPr>
          <p:cNvPr id="33" name="object 16">
            <a:extLst>
              <a:ext uri="{FF2B5EF4-FFF2-40B4-BE49-F238E27FC236}">
                <a16:creationId xmlns:a16="http://schemas.microsoft.com/office/drawing/2014/main" id="{B9B8821D-0328-60F2-E89A-C5567CDE4291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34444" y="148239"/>
            <a:ext cx="2454812" cy="61897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144"/>
            <a:ext cx="9144000" cy="1097280"/>
          </a:xfrm>
          <a:prstGeom prst="rect">
            <a:avLst/>
          </a:prstGeom>
          <a:solidFill>
            <a:srgbClr val="E0F2FE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-777240" y="3429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700" b="1" dirty="0" err="1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Dashboard,Profile</a:t>
            </a:r>
            <a:r>
              <a:rPr lang="en-US" sz="2700" b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&amp; Data Persistence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2743200" cy="3657600"/>
          </a:xfrm>
          <a:prstGeom prst="rect">
            <a:avLst/>
          </a:prstGeom>
          <a:solidFill>
            <a:srgbClr val="F8FAFC"/>
          </a:solidFill>
          <a:ln w="12700">
            <a:solidFill>
              <a:srgbClr val="BFDBFE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234440"/>
            <a:ext cx="2743200" cy="9144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53312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📊  User Dashboard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984248"/>
            <a:ext cx="164592" cy="16459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920240"/>
            <a:ext cx="21762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Animated profile completion bar (CSS gradient)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679192"/>
            <a:ext cx="164592" cy="16459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615184"/>
            <a:ext cx="21762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greeting using stored name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374136"/>
            <a:ext cx="164592" cy="16459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310128"/>
            <a:ext cx="21762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total applications submitted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4069080"/>
            <a:ext cx="164592" cy="16459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4005072"/>
            <a:ext cx="21762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Quick-action links to search &amp; browse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337560" y="1234440"/>
            <a:ext cx="2743200" cy="3657600"/>
          </a:xfrm>
          <a:prstGeom prst="rect">
            <a:avLst/>
          </a:prstGeom>
          <a:solidFill>
            <a:srgbClr val="F8FAFC"/>
          </a:solidFill>
          <a:ln w="12700">
            <a:solidFill>
              <a:srgbClr val="BFDBFE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337560" y="1234440"/>
            <a:ext cx="2743200" cy="9144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0" y="1353312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👤  Profile Editor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520440" y="1984248"/>
            <a:ext cx="164592" cy="164592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94760" y="1920240"/>
            <a:ext cx="21762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upload via &lt;input type=file&gt; &amp; FileReader API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520440" y="2679192"/>
            <a:ext cx="164592" cy="164592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94760" y="2615184"/>
            <a:ext cx="21762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rendered as Base64 inside avatar circle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520440" y="3374136"/>
            <a:ext cx="164592" cy="164592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94760" y="3310128"/>
            <a:ext cx="21762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+ avatar reflect across navbar in real-time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520440" y="4069080"/>
            <a:ext cx="164592" cy="164592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94760" y="4005072"/>
            <a:ext cx="21762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Initials fallback when no photo is set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355080" y="1234440"/>
            <a:ext cx="2743200" cy="3657600"/>
          </a:xfrm>
          <a:prstGeom prst="rect">
            <a:avLst/>
          </a:prstGeom>
          <a:solidFill>
            <a:srgbClr val="F8FAFC"/>
          </a:solidFill>
          <a:ln w="12700">
            <a:solidFill>
              <a:srgbClr val="BFDBFE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355080" y="1234440"/>
            <a:ext cx="2743200" cy="91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92240" y="1353312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💾  localStorage Engine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537960" y="1984248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12280" y="1920240"/>
            <a:ext cx="21762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object: name, email, password, photo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537960" y="2679192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12280" y="2615184"/>
            <a:ext cx="21762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APPLIED_JOBS array persists across views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537960" y="3374136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12280" y="3310128"/>
            <a:ext cx="21762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detected on load — auto-login flow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537960" y="4069080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12280" y="4005072"/>
            <a:ext cx="21762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Logout clears session without wiping user data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38" name="object 16">
            <a:extLst>
              <a:ext uri="{FF2B5EF4-FFF2-40B4-BE49-F238E27FC236}">
                <a16:creationId xmlns:a16="http://schemas.microsoft.com/office/drawing/2014/main" id="{C45925EE-4BC9-3005-1A04-EAA2CB8C50EB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02552" y="75966"/>
            <a:ext cx="2454812" cy="61897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406" y="46248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UI/UX Design System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44348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325880"/>
            <a:ext cx="4069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Design Philosophy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81051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System: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901952" y="1810512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Navy (#0F172A) as dominant dark; Electric Blue (#2563EB) as interactive accent; Slate Gray as muted text.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2340864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Typography: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901952" y="2340864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Sora (headings) for authority; DM Sans (body) for readability — a modern pairing sourced from Google Fonts.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2871216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UI: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901952" y="2871216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job is an article card with hover lift (translateY –5px), border highlight, and deep shadow on interaction.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340156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Toast Alerts: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901952" y="3401568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Success, error, and info toasts slide up from the bottom with cubic-bezier spring animation — no alert() dialogs.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39319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Backdrop Blur: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901952" y="393192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modals use backdrop-filter: blur(8px) with 60% dark overlay for a polished modal focus experience.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0" y="132588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Color Palette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0" y="1737360"/>
            <a:ext cx="457200" cy="3657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77840" y="17373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Navy — Backgrounds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0" y="2231136"/>
            <a:ext cx="457200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77840" y="2231136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— Actions &amp; Links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29200" y="2724912"/>
            <a:ext cx="457200" cy="365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77840" y="272491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— Success States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029200" y="3218688"/>
            <a:ext cx="457200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77840" y="321868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 — Warnings / Salary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029200" y="3712464"/>
            <a:ext cx="457200" cy="36576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77840" y="3712464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Slate — Secondary Text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029200" y="4160520"/>
            <a:ext cx="3749040" cy="68580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66360" y="420624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Responsive Design — CSS Grid collapses to single-column below 900px; navbar hides non-essential text on mobile.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pic>
        <p:nvPicPr>
          <p:cNvPr id="30" name="object 16">
            <a:extLst>
              <a:ext uri="{FF2B5EF4-FFF2-40B4-BE49-F238E27FC236}">
                <a16:creationId xmlns:a16="http://schemas.microsoft.com/office/drawing/2014/main" id="{12DA6608-49CD-DBC6-EA20-8D79F16ADE98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48511" y="167583"/>
            <a:ext cx="2454812" cy="61897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341"/>
            <a:ext cx="9144000" cy="1097280"/>
          </a:xfrm>
          <a:prstGeom prst="rect">
            <a:avLst/>
          </a:prstGeom>
          <a:solidFill>
            <a:srgbClr val="E0F2FE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-812409" y="59436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Challenges, Learnings &amp; Future Scope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2697480" cy="3657600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234440"/>
            <a:ext cx="269748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53312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⚡ Challenges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874520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Keeping filter state in sync across multiple DOM elements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532888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Real-time password strength without any library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191256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localStorage session handling without routing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849624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Smooth SPA view transitions using only CSS classes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46120" y="1234440"/>
            <a:ext cx="2697480" cy="365760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234440"/>
            <a:ext cx="2697480" cy="9144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1353312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📚 Key Learnings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83280" y="1874520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Mastered event-driven JS architecture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83280" y="2532888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Built reusable render functions for dynamic UI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83280" y="3191256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Learned FileReader API for client-side media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83280" y="3849624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Deepened CSS variable &amp; custom property usage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72200" y="1234440"/>
            <a:ext cx="2697480" cy="3657600"/>
          </a:xfrm>
          <a:prstGeom prst="rect">
            <a:avLst/>
          </a:prstGeom>
          <a:solidFill>
            <a:srgbClr val="F0FDF4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72200" y="1234440"/>
            <a:ext cx="2697480" cy="91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1353312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🚀 Future Scope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09360" y="1874520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Backend with Node.js + MongoDB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09360" y="2532888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Resume/CV upload &amp; parsing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09360" y="3191256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Email notifications on apply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09360" y="3849624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Employer analytics dashboard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26" name="object 16">
            <a:extLst>
              <a:ext uri="{FF2B5EF4-FFF2-40B4-BE49-F238E27FC236}">
                <a16:creationId xmlns:a16="http://schemas.microsoft.com/office/drawing/2014/main" id="{CA82B67E-7D02-FB63-2E77-4080992D0E5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04782" y="139974"/>
            <a:ext cx="2454812" cy="61897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E0F2FE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691640"/>
            <a:ext cx="406908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691640"/>
            <a:ext cx="4069080" cy="82296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4632" y="1856232"/>
            <a:ext cx="658368" cy="658368"/>
          </a:xfrm>
          <a:prstGeom prst="ellipse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185623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🌐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80160" y="1783080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HTML5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80160" y="2112264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of the Website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4632" y="2587752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Builds the page layout and sections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84632" y="2770632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Uses tags like nav, section, article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84632" y="2953512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Creates forms for login and signup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09160" y="1691640"/>
            <a:ext cx="406908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1691640"/>
            <a:ext cx="4069080" cy="82296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73752" y="1856232"/>
            <a:ext cx="658368" cy="658368"/>
          </a:xfrm>
          <a:prstGeom prst="ellipse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73752" y="185623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🎨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669280" y="1783080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CSS3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669280" y="2112264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Look of the Website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73752" y="2587752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Colors, fonts, spacing &amp; card styling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73752" y="2770632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Flexbox &amp; Grid for responsive layout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73752" y="2953512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Animations when switching views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0040" y="3310128"/>
            <a:ext cx="406908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3310128"/>
            <a:ext cx="4069080" cy="8229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4632" y="3474720"/>
            <a:ext cx="658368" cy="658368"/>
          </a:xfrm>
          <a:prstGeom prst="ellipse">
            <a:avLst/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" y="347472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⚙️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280160" y="3401568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JavaScript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280160" y="373075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 / Logic of the Website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4632" y="420624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Handles login, signup &amp; search logic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84632" y="438912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Saves user data in browser storage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84632" y="457200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Dynamically shows and hides content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709160" y="3310128"/>
            <a:ext cx="406908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09160" y="3241548"/>
            <a:ext cx="4069080" cy="822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73752" y="3474720"/>
            <a:ext cx="658368" cy="658368"/>
          </a:xfrm>
          <a:prstGeom prst="ellipse">
            <a:avLst/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73752" y="347472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📦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5669280" y="3401568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Font Awesome &amp; Google Fonts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669280" y="373075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Icons &amp; Typography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873752" y="420624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Font Awesome provides all UI icons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873752" y="438912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Sora font used for headings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873752" y="457200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DM Sans font used for body text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42" name="object 16">
            <a:extLst>
              <a:ext uri="{FF2B5EF4-FFF2-40B4-BE49-F238E27FC236}">
                <a16:creationId xmlns:a16="http://schemas.microsoft.com/office/drawing/2014/main" id="{D4D3E24F-AB5C-D1E8-2149-29DDD83D87FC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04782" y="63129"/>
            <a:ext cx="2454812" cy="61897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548640"/>
            <a:ext cx="4114800" cy="411480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2560320"/>
            <a:ext cx="3657600" cy="3657600"/>
          </a:xfrm>
          <a:prstGeom prst="ellipse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0" y="4206240"/>
            <a:ext cx="1645920" cy="164592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931920" y="822960"/>
            <a:ext cx="1280160" cy="128016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F172A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931920" y="82296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NH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31520" y="224028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6800" dirty="0"/>
          </a:p>
        </p:txBody>
      </p:sp>
      <p:sp>
        <p:nvSpPr>
          <p:cNvPr id="9" name="Text 7"/>
          <p:cNvSpPr/>
          <p:nvPr/>
        </p:nvSpPr>
        <p:spPr>
          <a:xfrm>
            <a:off x="1371600" y="370332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NexusHire — Job Portal Website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pic>
        <p:nvPicPr>
          <p:cNvPr id="11" name="object 16">
            <a:extLst>
              <a:ext uri="{FF2B5EF4-FFF2-40B4-BE49-F238E27FC236}">
                <a16:creationId xmlns:a16="http://schemas.microsoft.com/office/drawing/2014/main" id="{B7D9C84E-5FFD-1AB7-DEA4-A05127DAC59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83680" y="155448"/>
            <a:ext cx="2454812" cy="61897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1176</Words>
  <Application>Microsoft Office PowerPoint</Application>
  <PresentationFormat>On-screen Show (16:9)</PresentationFormat>
  <Paragraphs>196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NexusHire – Job Portal Website</dc:title>
  <dc:subject>PptxGenJS Presentation</dc:subject>
  <dc:creator>PptxGenJS</dc:creator>
  <cp:lastModifiedBy>shahansh996@gmail.com</cp:lastModifiedBy>
  <cp:revision>4</cp:revision>
  <dcterms:created xsi:type="dcterms:W3CDTF">2026-02-18T21:38:47Z</dcterms:created>
  <dcterms:modified xsi:type="dcterms:W3CDTF">2026-02-19T01:55:01Z</dcterms:modified>
</cp:coreProperties>
</file>